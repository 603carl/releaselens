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ReleaseLens turns a software change into a structured, evidence-backed verification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workflow problem without quoting an unmeasured time or error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flow and emphasize that unknown relationships remain explicitly uncertain.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real diff in the local ReleaseLens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call checks real if they were run live in the recorded demonstration.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real intentional contract failure and its evidence. No mock logs or invented severity.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Bob evidence placeholder with genuine session summaries. State actual modes/tasks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" cy="31089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840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AA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RELEASELENS  /  IBM BOB HACKATHON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6437376"/>
            <a:ext cx="11183112" cy="0"/>
          </a:xfrm>
          <a:prstGeom prst="line">
            <a:avLst/>
          </a:prstGeom>
          <a:noFill/>
          <a:ln w="8890">
            <a:solidFill>
              <a:srgbClr val="2931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LOCAL-FIRST PROTOTYPE  ·  EVIDENCE OVER ASSERTION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B4C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B4C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325880"/>
            <a:ext cx="91440" cy="1920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137160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F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ReleaseLens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32688" y="230428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A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Evidence-backed release verification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50976" y="2907792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IBM Bob 2.0 Hackathon  ·  September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50976" y="3703320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5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local-first workflow for inspecting change, verification, and evidence.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03920" y="1353312"/>
            <a:ext cx="2880360" cy="3063240"/>
          </a:xfrm>
          <a:prstGeom prst="roundRect">
            <a:avLst>
              <a:gd name="adj" fmla="val 1587"/>
            </a:avLst>
          </a:prstGeom>
          <a:solidFill>
            <a:srgbClr val="10161D">
              <a:alpha val="97000"/>
            </a:srgbClr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0" y="27020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7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 CAPTURE REQUIRED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705088" y="2994660"/>
            <a:ext cx="2478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an authentic ReleaseLens Overview screenshot.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50976" y="51937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7D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github.com/603carl/ReleaseLens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B4C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932688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261872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F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Release verification is fragmented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9385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Developers assemble the release picture from separate tools and artifacts.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798064"/>
            <a:ext cx="1389888" cy="1124712"/>
          </a:xfrm>
          <a:prstGeom prst="roundRect">
            <a:avLst>
              <a:gd name="adj" fmla="val 4065"/>
            </a:avLst>
          </a:prstGeom>
          <a:solidFill>
            <a:srgbClr val="141B23"/>
          </a:solidFill>
          <a:ln w="10160">
            <a:solidFill>
              <a:srgbClr val="303A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29077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76656" y="3218688"/>
            <a:ext cx="1170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Change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75104" y="3182112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18091"/>
                </a:solidFill>
              </a:rPr>
              <a:t>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203704" y="2798064"/>
            <a:ext cx="1389888" cy="1124712"/>
          </a:xfrm>
          <a:prstGeom prst="roundRect">
            <a:avLst>
              <a:gd name="adj" fmla="val 4065"/>
            </a:avLst>
          </a:prstGeom>
          <a:solidFill>
            <a:srgbClr val="141B23"/>
          </a:solidFill>
          <a:ln w="10160">
            <a:solidFill>
              <a:srgbClr val="303A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13432" y="29077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ACC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13432" y="3218688"/>
            <a:ext cx="1170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Investigate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11880" y="3182112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18091"/>
                </a:solidFill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840480" y="2798064"/>
            <a:ext cx="1389888" cy="1124712"/>
          </a:xfrm>
          <a:prstGeom prst="roundRect">
            <a:avLst>
              <a:gd name="adj" fmla="val 4065"/>
            </a:avLst>
          </a:prstGeom>
          <a:solidFill>
            <a:srgbClr val="141B23"/>
          </a:solidFill>
          <a:ln w="10160">
            <a:solidFill>
              <a:srgbClr val="303A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50208" y="29077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7D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950208" y="3218688"/>
            <a:ext cx="1170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 impact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48656" y="3182112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18091"/>
                </a:solidFill>
              </a:rPr>
              <a:t>→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77256" y="2798064"/>
            <a:ext cx="1389888" cy="1124712"/>
          </a:xfrm>
          <a:prstGeom prst="roundRect">
            <a:avLst>
              <a:gd name="adj" fmla="val 4065"/>
            </a:avLst>
          </a:prstGeom>
          <a:solidFill>
            <a:srgbClr val="141B23"/>
          </a:solidFill>
          <a:ln w="10160">
            <a:solidFill>
              <a:srgbClr val="303A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86984" y="29077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86984" y="3218688"/>
            <a:ext cx="1170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Choose checks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85432" y="3182112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18091"/>
                </a:solidFill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114032" y="2798064"/>
            <a:ext cx="1389888" cy="1124712"/>
          </a:xfrm>
          <a:prstGeom prst="roundRect">
            <a:avLst>
              <a:gd name="adj" fmla="val 4065"/>
            </a:avLst>
          </a:prstGeom>
          <a:solidFill>
            <a:srgbClr val="141B23"/>
          </a:solidFill>
          <a:ln w="10160">
            <a:solidFill>
              <a:srgbClr val="303A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29077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ACC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223760" y="3218688"/>
            <a:ext cx="1170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 tests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22208" y="3182112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18091"/>
                </a:solidFill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750808" y="2798064"/>
            <a:ext cx="1389888" cy="1124712"/>
          </a:xfrm>
          <a:prstGeom prst="roundRect">
            <a:avLst>
              <a:gd name="adj" fmla="val 4065"/>
            </a:avLst>
          </a:prstGeom>
          <a:solidFill>
            <a:srgbClr val="141B23"/>
          </a:solidFill>
          <a:ln w="10160">
            <a:solidFill>
              <a:srgbClr val="303A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0536" y="29077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7D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860536" y="3218688"/>
            <a:ext cx="1170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Triage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158984" y="3182112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18091"/>
                </a:solidFill>
              </a:rPr>
              <a:t>→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0387584" y="2798064"/>
            <a:ext cx="1389888" cy="1124712"/>
          </a:xfrm>
          <a:prstGeom prst="roundRect">
            <a:avLst>
              <a:gd name="adj" fmla="val 4065"/>
            </a:avLst>
          </a:prstGeom>
          <a:solidFill>
            <a:srgbClr val="141B23"/>
          </a:solidFill>
          <a:ln w="10160">
            <a:solidFill>
              <a:srgbClr val="303A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97312" y="29077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497312" y="3218688"/>
            <a:ext cx="1170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Record proof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6928" y="4434840"/>
            <a:ext cx="11045952" cy="960120"/>
          </a:xfrm>
          <a:prstGeom prst="roundRect">
            <a:avLst>
              <a:gd name="adj" fmla="val 5714"/>
            </a:avLst>
          </a:prstGeom>
          <a:solidFill>
            <a:srgbClr val="141B23"/>
          </a:solidFill>
          <a:ln w="12700">
            <a:solidFill>
              <a:srgbClr val="303A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6928" y="4434840"/>
            <a:ext cx="50292" cy="96012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8096" y="4599432"/>
            <a:ext cx="10661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gap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68096" y="5010912"/>
            <a:ext cx="106619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A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context, verification results, and supporting evidence can be difficult to assemble and communicate consistently.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B4C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932688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261872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F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traceable verification workflow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9385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stage keeps its result connected to repository or check evidence.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743200"/>
            <a:ext cx="1389888" cy="1024128"/>
          </a:xfrm>
          <a:prstGeom prst="roundRect">
            <a:avLst>
              <a:gd name="adj" fmla="val 4464"/>
            </a:avLst>
          </a:prstGeom>
          <a:solidFill>
            <a:srgbClr val="141B23"/>
          </a:solidFill>
          <a:ln w="10160">
            <a:solidFill>
              <a:srgbClr val="303A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28529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76656" y="3163824"/>
            <a:ext cx="1170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Change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75104" y="3108960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18091"/>
                </a:solidFill>
              </a:rPr>
              <a:t>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203704" y="2743200"/>
            <a:ext cx="1389888" cy="1024128"/>
          </a:xfrm>
          <a:prstGeom prst="roundRect">
            <a:avLst>
              <a:gd name="adj" fmla="val 4464"/>
            </a:avLst>
          </a:prstGeom>
          <a:solidFill>
            <a:srgbClr val="141B23"/>
          </a:solidFill>
          <a:ln w="10160">
            <a:solidFill>
              <a:srgbClr val="303A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13432" y="28529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ACC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13432" y="3163824"/>
            <a:ext cx="1170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Impact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11880" y="3108960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18091"/>
                </a:solidFill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840480" y="2743200"/>
            <a:ext cx="1389888" cy="1024128"/>
          </a:xfrm>
          <a:prstGeom prst="roundRect">
            <a:avLst>
              <a:gd name="adj" fmla="val 4464"/>
            </a:avLst>
          </a:prstGeom>
          <a:solidFill>
            <a:srgbClr val="141B23"/>
          </a:solidFill>
          <a:ln w="10160">
            <a:solidFill>
              <a:srgbClr val="303A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50208" y="28529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7D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950208" y="3163824"/>
            <a:ext cx="1170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48656" y="3108960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18091"/>
                </a:solidFill>
              </a:rPr>
              <a:t>→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77256" y="2743200"/>
            <a:ext cx="1389888" cy="1024128"/>
          </a:xfrm>
          <a:prstGeom prst="roundRect">
            <a:avLst>
              <a:gd name="adj" fmla="val 4464"/>
            </a:avLst>
          </a:prstGeom>
          <a:solidFill>
            <a:srgbClr val="141B23"/>
          </a:solidFill>
          <a:ln w="10160">
            <a:solidFill>
              <a:srgbClr val="303A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86984" y="28529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86984" y="3163824"/>
            <a:ext cx="1170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85432" y="3108960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18091"/>
                </a:solidFill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114032" y="2743200"/>
            <a:ext cx="1389888" cy="1024128"/>
          </a:xfrm>
          <a:prstGeom prst="roundRect">
            <a:avLst>
              <a:gd name="adj" fmla="val 4464"/>
            </a:avLst>
          </a:prstGeom>
          <a:solidFill>
            <a:srgbClr val="141B23"/>
          </a:solidFill>
          <a:ln w="10160">
            <a:solidFill>
              <a:srgbClr val="303A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28529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ACC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223760" y="3163824"/>
            <a:ext cx="1170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Findings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22208" y="3108960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18091"/>
                </a:solidFill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750808" y="2743200"/>
            <a:ext cx="1389888" cy="1024128"/>
          </a:xfrm>
          <a:prstGeom prst="roundRect">
            <a:avLst>
              <a:gd name="adj" fmla="val 4464"/>
            </a:avLst>
          </a:prstGeom>
          <a:solidFill>
            <a:srgbClr val="141B23"/>
          </a:solidFill>
          <a:ln w="10160">
            <a:solidFill>
              <a:srgbClr val="303A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0536" y="28529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7D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860536" y="3163824"/>
            <a:ext cx="1170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158984" y="3108960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18091"/>
                </a:solidFill>
              </a:rPr>
              <a:t>→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0387584" y="2743200"/>
            <a:ext cx="1389888" cy="1024128"/>
          </a:xfrm>
          <a:prstGeom prst="roundRect">
            <a:avLst>
              <a:gd name="adj" fmla="val 4464"/>
            </a:avLst>
          </a:prstGeom>
          <a:solidFill>
            <a:srgbClr val="141B23"/>
          </a:solidFill>
          <a:ln w="10160">
            <a:solidFill>
              <a:srgbClr val="303A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97312" y="28529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497312" y="3163824"/>
            <a:ext cx="1170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Dossier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5840" y="457200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F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UNKNOWN stays UNKNOWN. The system does not invent a relationship to fill a gap.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B4C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932688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INTELLIGENCE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261872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F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Inspect the actual release candidate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9385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TypeScript order-management demo; synthetic project data.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85216" y="2487168"/>
            <a:ext cx="7452360" cy="3291840"/>
          </a:xfrm>
          <a:prstGeom prst="roundRect">
            <a:avLst>
              <a:gd name="adj" fmla="val 1389"/>
            </a:avLst>
          </a:prstGeom>
          <a:solidFill>
            <a:srgbClr val="10161D">
              <a:alpha val="97000"/>
            </a:srgbClr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3950208"/>
            <a:ext cx="708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7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 CAPTURE REQUIRED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86384" y="4242816"/>
            <a:ext cx="7050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the Change page with the selected candidate and actual pricing diff.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321040" y="2596896"/>
            <a:ext cx="3246120" cy="914400"/>
          </a:xfrm>
          <a:prstGeom prst="roundRect">
            <a:avLst>
              <a:gd name="adj" fmla="val 6000"/>
            </a:avLst>
          </a:prstGeom>
          <a:solidFill>
            <a:srgbClr val="141B23"/>
          </a:solidFill>
          <a:ln w="12700">
            <a:solidFill>
              <a:srgbClr val="303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1040" y="2596896"/>
            <a:ext cx="50292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22208" y="2761488"/>
            <a:ext cx="2862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Release candidate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22208" y="3172968"/>
            <a:ext cx="2862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A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Discount-pricing change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321040" y="3730752"/>
            <a:ext cx="3246120" cy="914400"/>
          </a:xfrm>
          <a:prstGeom prst="roundRect">
            <a:avLst>
              <a:gd name="adj" fmla="val 6000"/>
            </a:avLst>
          </a:prstGeom>
          <a:solidFill>
            <a:srgbClr val="141B23"/>
          </a:solidFill>
          <a:ln w="12700">
            <a:solidFill>
              <a:srgbClr val="303A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3730752"/>
            <a:ext cx="50292" cy="91440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22208" y="3895344"/>
            <a:ext cx="2862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Inspect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22208" y="4306824"/>
            <a:ext cx="2862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A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Changed file and Git diff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321040" y="4864608"/>
            <a:ext cx="3246120" cy="914400"/>
          </a:xfrm>
          <a:prstGeom prst="roundRect">
            <a:avLst>
              <a:gd name="adj" fmla="val 6000"/>
            </a:avLst>
          </a:prstGeom>
          <a:solidFill>
            <a:srgbClr val="141B23"/>
          </a:solidFill>
          <a:ln w="12700">
            <a:solidFill>
              <a:srgbClr val="303A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4864608"/>
            <a:ext cx="50292" cy="914400"/>
          </a:xfrm>
          <a:prstGeom prst="rect">
            <a:avLst/>
          </a:prstGeom>
          <a:solidFill>
            <a:srgbClr val="67D4E8"/>
          </a:solidFill>
          <a:ln w="12700">
            <a:solidFill>
              <a:srgbClr val="67D4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22208" y="5029200"/>
            <a:ext cx="2862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22208" y="5440680"/>
            <a:ext cx="2862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A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evidence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B4C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932688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AND VERIFICATION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261872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F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before assertion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9385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rules propose what to inspect; configured checks provide results.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85216" y="2496312"/>
            <a:ext cx="5349240" cy="3246120"/>
          </a:xfrm>
          <a:prstGeom prst="roundRect">
            <a:avLst>
              <a:gd name="adj" fmla="val 1408"/>
            </a:avLst>
          </a:prstGeom>
          <a:solidFill>
            <a:srgbClr val="10161D">
              <a:alpha val="97000"/>
            </a:srgbClr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3936492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7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 CAPTURE REQUIRED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86384" y="4229100"/>
            <a:ext cx="4946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the real Impact page and visible confidence states.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54496" y="2496312"/>
            <a:ext cx="5349240" cy="3246120"/>
          </a:xfrm>
          <a:prstGeom prst="roundRect">
            <a:avLst>
              <a:gd name="adj" fmla="val 1408"/>
            </a:avLst>
          </a:prstGeom>
          <a:solidFill>
            <a:srgbClr val="10161D">
              <a:alpha val="97000"/>
            </a:srgbClr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37376" y="3936492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7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 CAPTURE REQUIRED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55664" y="4229100"/>
            <a:ext cx="4946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the real Verification plan or running checks.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5870448"/>
            <a:ext cx="10515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Allowlisted commands  ·  explicit uncertainty  ·  inspectable results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B4C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932688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TO DOSSIER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261872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F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failed check becomes inspectable evidence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9385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demo contract expects 10% off 100 to equal 90.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85216" y="2514600"/>
            <a:ext cx="5257800" cy="2148840"/>
          </a:xfrm>
          <a:prstGeom prst="roundRect">
            <a:avLst>
              <a:gd name="adj" fmla="val 2128"/>
            </a:avLst>
          </a:prstGeom>
          <a:solidFill>
            <a:srgbClr val="10161D">
              <a:alpha val="97000"/>
            </a:srgbClr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3406140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7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 CAPTURE REQUIRED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86384" y="3698748"/>
            <a:ext cx="4855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the actual failed contract test and linked finding.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99048" y="2514600"/>
            <a:ext cx="5504688" cy="2148840"/>
          </a:xfrm>
          <a:prstGeom prst="roundRect">
            <a:avLst>
              <a:gd name="adj" fmla="val 2128"/>
            </a:avLst>
          </a:prstGeom>
          <a:solidFill>
            <a:srgbClr val="10161D">
              <a:alpha val="97000"/>
            </a:srgbClr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81928" y="3406140"/>
            <a:ext cx="5138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7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 CAPTURE REQUIRED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00216" y="3698748"/>
            <a:ext cx="5102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the generated dossier with its evidence index.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" y="4892040"/>
            <a:ext cx="11018520" cy="841248"/>
          </a:xfrm>
          <a:prstGeom prst="roundRect">
            <a:avLst>
              <a:gd name="adj" fmla="val 6522"/>
            </a:avLst>
          </a:prstGeom>
          <a:solidFill>
            <a:srgbClr val="141B23"/>
          </a:solidFill>
          <a:ln w="12700">
            <a:solidFill>
              <a:srgbClr val="303A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" y="4892040"/>
            <a:ext cx="50292" cy="84124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5056632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boundary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6384" y="5468112"/>
            <a:ext cx="10634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A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dossier records what was checked and what remains unresolved; it does not declare the release safe.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B4C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932688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AND LIMITS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261872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F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Built with Bob; honest about scope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9385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genuine Bob task-session summaries before submitting.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2487168"/>
            <a:ext cx="6492240" cy="2606040"/>
          </a:xfrm>
          <a:prstGeom prst="roundRect">
            <a:avLst>
              <a:gd name="adj" fmla="val 1754"/>
            </a:avLst>
          </a:prstGeom>
          <a:solidFill>
            <a:srgbClr val="10161D">
              <a:alpha val="97000"/>
            </a:srgbClr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60730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7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 CAPTURE REQUIRED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95528" y="3899916"/>
            <a:ext cx="6089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authentic Bob session summary screenshots and task IDs.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60920" y="2487168"/>
            <a:ext cx="4224528" cy="969264"/>
          </a:xfrm>
          <a:prstGeom prst="roundRect">
            <a:avLst>
              <a:gd name="adj" fmla="val 5660"/>
            </a:avLst>
          </a:prstGeom>
          <a:solidFill>
            <a:srgbClr val="141B23"/>
          </a:solidFill>
          <a:ln w="12700">
            <a:solidFill>
              <a:srgbClr val="303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60920" y="2487168"/>
            <a:ext cx="50292" cy="9692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62088" y="26517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Local-first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562088" y="3063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A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analysis runs where the repository is accessible.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60920" y="3675888"/>
            <a:ext cx="4224528" cy="969264"/>
          </a:xfrm>
          <a:prstGeom prst="roundRect">
            <a:avLst>
              <a:gd name="adj" fmla="val 5660"/>
            </a:avLst>
          </a:prstGeom>
          <a:solidFill>
            <a:srgbClr val="141B23"/>
          </a:solidFill>
          <a:ln w="12700">
            <a:solidFill>
              <a:srgbClr val="303A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60920" y="3675888"/>
            <a:ext cx="50292" cy="969264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62088" y="38404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62088" y="4251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A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production-readiness claim or automated release decision.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60920" y="4864608"/>
            <a:ext cx="4224528" cy="969264"/>
          </a:xfrm>
          <a:prstGeom prst="roundRect">
            <a:avLst>
              <a:gd name="adj" fmla="val 5660"/>
            </a:avLst>
          </a:prstGeom>
          <a:solidFill>
            <a:srgbClr val="141B23"/>
          </a:solidFill>
          <a:ln w="12700">
            <a:solidFill>
              <a:srgbClr val="303A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60920" y="4864608"/>
            <a:ext cx="50292" cy="969264"/>
          </a:xfrm>
          <a:prstGeom prst="rect">
            <a:avLst/>
          </a:prstGeom>
          <a:solidFill>
            <a:srgbClr val="67D4E8"/>
          </a:solidFill>
          <a:ln w="12700">
            <a:solidFill>
              <a:srgbClr val="67D4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62088" y="50292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Impact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562088" y="5440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AB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manual-versus-tool measurement is claimed yet.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B4C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ReleaseLens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ReleaseLens: Evidence-backed release verification</dc:title>
  <dc:subject>IBM Bob 2.0 Hackathon submission deck</dc:subject>
  <dc:creator>ReleaseLens</dc:creator>
  <cp:lastModifiedBy>ReleaseLens</cp:lastModifiedBy>
  <cp:revision>1</cp:revision>
  <dcterms:created xsi:type="dcterms:W3CDTF">2026-09-26T23:23:53Z</dcterms:created>
  <dcterms:modified xsi:type="dcterms:W3CDTF">2026-09-26T23:23:53Z</dcterms:modified>
</cp:coreProperties>
</file>